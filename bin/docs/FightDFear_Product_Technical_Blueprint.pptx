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9A24A"/>
                </a:solidFill>
                <a:latin typeface="Calibri"/>
              </a:rPr>
              <a:t>PRODUCT  ·  TECHNICAL  ·  MARKET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FightDFear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CE6"/>
                </a:solidFill>
                <a:latin typeface="Calibri"/>
              </a:rPr>
              <a:t>Women Empowerment Super Platform
Complete product blueprint, system audit &amp; 2026 market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A24A"/>
                </a:solidFill>
                <a:latin typeface="Calibri"/>
              </a:rPr>
              <a:t>Source of truth: KishorDfire repository (Spring Boot 3.4.3 · Java 17 · Flutter · JSP · MySQL 8 · Flyway V45)
Production: fightdfire.chethancodehub.com    ·    14 August 2026    ·    Internal — engineering, product, 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9A24A"/>
                </a:solidFill>
                <a:latin typeface="Calibri"/>
              </a:rPr>
              <a:t>1  / 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How to read this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Youthian used only for section depth. Content is FightDFear-only.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Substantially implemented and usable (web and/or mobile + 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Real code; important workflow, admin, payment, or client pieces 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BACKEND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API/entity exists; usable Flutter (or web) path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Scaffold or dummy data (e.g. wallet coupons, FCM log-only)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No meaningful 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CURRENT / GAP / REQUIRED / FUTURE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Never present planned work as existing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  / 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0  · 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What FightDFear is — and is not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What it is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Super platform: safety, reels, Glow, doctors, fitness, martial arts, jobs/lawyers, products, events, funding, financial literacy, creator hub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Flutter (100+ screens) + JSP web (~285 views) + REST /api/*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Real Razorpay path, JWT (mobile) + session (web), partner OTP + admin verify/reject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Admin is a first-class verification factory — not a side screen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Prod: ddl-auto=validate + Flyway (schema incidents have been real)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What it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 ERSS-112 / police dispatch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 a bank, UPI wallet, or SEBI-registered fund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 an LLM copilot (no OpenAI/Gemini). Only Weka J48 safety model if ARFF exists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 Thymeleaf (config only; templates empty)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 a split RBAC product (no Moderator / Super Admin)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FCM tokens stored; messages not sent. SMS off by default. Wallet redeem is dummy coupons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3  / 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  ·  System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From the repository, not a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 stack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Flutter fight_d_fear 1.0.0+1 · 102 screen files · release → production HTTPS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Spring MVC + JSP. Thymeleaf configured, zero templates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AdminController /admin + extra queues (glow, martial-arts, creator, FL)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/api/auth, doctors, glow, marketplace, products, events, fitness, funding, …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~175 entity types · MySQL 8 · Flyway V1–V45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BCrypt · JWT /api · session JSP · partner register-quick + email OTP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Razorpay create-order + verify + webhook V39 · local PAYMENT_MOCK default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ShedLock V41 · rate_limit_buckets V42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PushNotificationService logs only — wire FCM HTTP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4  / 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UserType &amp; partner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Do not invent Mentor / Employer / Moderator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UserType enum: USER, ADMIN, VOLUNTEER, CENTRE, DOCTOR, STYLIST, SALON, PROVIDER, SELLER, ENTREPRENEUR, INVESTOR, FITNESS_TRAINER, EVENT_HOST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Not in enum but real: FinancialEducator, DeliveryPartner, Creator (User flags), job worker (JobApplication)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Lifecycle: PartnerProfileStatus (REGISTERED → … → SUSPENDED) · VerificationStatus PENDING / VERIFIED / REJECTED / CANCELLED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ProviderCategory is a long catalog (lawyer, tutor, tailor, yoga, …) on ServiceProvider — not separate UserTypes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ADMIN is omnipotent session admin. Spring Security does not use hasRole for UserType. CSRF is disabled. PUBLIC_URLS is large.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5  / 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  ·  Implementation inventory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Code status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Honest note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Auth / OTP /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Dual session+JWT; PUBLIC_URLS sprawl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 + journey + contacts (mobile)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Private contacts — not 112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Panic / recording / battery / SOS 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BACKEND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JSP/API; Flutter usage not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Crime AI (Weka J48)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Needs crime_data.arff / safety_model.model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Community reels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Moderation queue 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Groups / express (mobile)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Web/JSP only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 / Glow / Fitness / Martial 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Core paid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Jobs / lawyers / providers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 Employer UserType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Products +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Returns web-only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6  / 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  ·  Implementation inventory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Code status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Honest note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women_events missing on some prod DBs until V45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Entrepreneur / investor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a registered AIF — disclaimers required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Financial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Content + booking — not regulated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Creator hub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Tips/cashout need admin; T&amp;S still ops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Wallet redeem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Dummy catalog + COUPON-timestamp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Partner payout_balance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Three+ money concepts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FCM push 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Store + log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LLM / ChatGPT / Gemini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 not market AI copilot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 partner queues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Doctors, sellers, hosts, delivery, creators, educators,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RBAC / audit log entity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Android APK in repo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7  / 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5  ·  Super-platform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Document as women empowerment OS — claim only what ships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code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 not over-claim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SOS, journey, buddy, danger points, volunteers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ERSS-112; FCM not sent; SMS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Reels, chat, follow, reports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Instagram-scale T&amp;S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Applications, worker bookings, admin 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Naukri 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Doctors, Razorpay, chat, Rx JSON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hospital HIS / e-pharmacy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Glow / fitness /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Bookings, enrollment,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Cult.fit / university 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Commerce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Products, delivery tracking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GST/settlement incomplete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Proposals, investments, meetings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 a SEBI 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Weka placeholder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 generative AI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8  / 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CURRENT  →  GAP  →  REQUIRED  → 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Safety, money, admin,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P0 required (production)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Flyway completeness under ddl-auto=validate (no silent Hibernate create)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SOS drill: email + SMS failover; never paywall; FCM actually send or drop the claim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Admin duty split + immutable audit log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Rotate/remove committed secrets (mail, Maps, JWT fallback, Razorpay test keys)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DPDP consent + account deletion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Legal disclaimers: health, funding, financial literacy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Replace or delete dummy wallet redeem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Future (not current)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ERSS-112 deep-link / dual-app guidance — not a fake dispatch network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Unified INR ledger + partner settlement reports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Moderator console + CSAM process + people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LLM safety copilot only after privacy baseline; never send SOS to third-party LLMs without consent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iOS after Android SOS/payments are proven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City densification (one metro) before national ‘super app’ 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9  / 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6  ·  Admin (deep)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JSP adminDashboard — not a secondary feature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Users approve/ban/verify/reject/delete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 / providers / sellers verify + request-changes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Event hosts + women-events 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Salons / stylists / fitness / delivery / creators / educators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 applications 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Proposals / entrepreneurs / investors / investment release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 list/resolve + CSV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Reported videos block + reels reward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Broadcast + contact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Product orders view / settlement UI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Moderator vs Finance vs SuperAdmin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Immutable admin audit log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10  / 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7  ·  Mobile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Flutter · Navigator (no GoRouter) · 102 screen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Implemented on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Auth + landing + user dashboard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SOS home, contacts, journey, buddy, danger map, reminders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Doctors (book, chat, portal, profile completion)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Glow, fitness, martial arts (user + centre + admin)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Jobs, lawyers, products, seller, delivery + live tracking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Events host, entrepreneur/investor, financial literacy, creator hub, wallet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Razorpay checkout · release host = production 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Missing / weak on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Panic timer, recording, battery, SOS audio upload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Groups, express posts, full web chat parity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Product returns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Crash reporting / forced update / certificate pinning as product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Hindi/vernacular, iOS, proven SOS on low-network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Maps key hardcoded in maps_config.dart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11  / 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8  ·  Web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Same MySQL · session for JSP · JWT for Flutter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Public: /  /features  /map  /heatmap  + static beauty HTML under /index/* (marketing UI ONLY)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User web: /login  /user  /qna  /chat  /video  /users/wallet  /sos  /panic  /journey  /buddy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Partner JSP portals: /doctors  /salons  /stylists  /centres  /marketplace  /women-products  /entrepreneur  /investor  /creator-hub  /financial-literacy  /fitness  /women-events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Admin: /admin/** plus /creator-hub/admin, /financial-literacy/admin, /qna/admin, /api/glow/admin, /api/martial-arts/admin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Interaction: partners often have both a JSP dashboard and a Flutter portal against the same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12  / 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10  ·  Safety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End-to-end — implemented vs planned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 trigger / status / cancel /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API + Flutter + JSP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Notify trusted contacts (email)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SosAsyncNotificationService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SMS (Twilio/Msg91)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sms.enabled=false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FCM to device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Log only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 SOS resolve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/admin/sos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Journey + ShedLock escalation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/api/journey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Buddy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API + Flutter + JSP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Panic timer / live location page / recording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BACKEND ONLY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JSP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112 / police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Must deep-link, not fake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13  / 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11–18  ·  Vertical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Status from controllers + Flutter screens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Production caveat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Community /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Mobile groups missing; need moderators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Worker + admin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 Employer role / ATS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Martial arts + 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Centre / educator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FL is education, not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USER + DOCTOR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Clinical/legal SOP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Glow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USER + SALON/STYLIST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USER + SELLER + delivery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Returns web-only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Lawyer / fitness /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Providers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Events schema ops (V45)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Entrepreneur / investor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Securities disclaimer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Creator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5C45"/>
                          </a:solidFill>
                          <a:latin typeface="Calibri"/>
                        </a:rPr>
                        <a:t>FULLY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Cashout admin + T&amp;S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14  / 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19  ·  Wallet, coins, payouts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Three overlapping money systems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rewardPoints + WalletTransaction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User + wallet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Real points; dummy rewards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Redeem catalog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WalletController + MobileWalletController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PLACEHOLDER coupons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walletBalance (Double)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Incomplete INR wallet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Razorpay orders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Doctors, glow, enrollment, products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Real path; mock flag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payout_balance on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Doctor, salon, seller,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Ops incomplete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Creator tips / cashout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creator_* tables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Admin approve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2E2E"/>
                </a:solidFill>
                <a:latin typeface="Calibri"/>
              </a:rPr>
              <a:t>Rule: SOS / panic must never be paywalled.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15  / 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20  · 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Do not advertise what is not 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LLM (OpenAI / Gemini / ChatGPT): MISSING in Java and Dart.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AISafetyService: Weka J48. Loads safety_model.model or trains from crime_data.arff in project root. If files absent → predictions unavailable. Flutter crime-check not found.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SafetyCheckController /safety/check exists on web — treat as experimental.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Future: moderation assist and route risk only after DPDP, with human-in-the-loop. Never send SOS/location to third-party LLMs without explicit consent.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16  / 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21  ·  Permissions (actual roles)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ADMIN sees everything; no moderator split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Partner*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Own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Approve /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SOS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Volunteer respond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Resolve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VCUM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Creator extras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Moderate /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Doctor / Glow / Fitness book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Manage supply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Verify partner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Jobs /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Apply /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Worker / seller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Events / funding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Register / view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Host / entrepreneur / investor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Approve + release $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475"/>
                </a:solidFill>
                <a:latin typeface="Calibri"/>
              </a:rPr>
              <a:t>*Partner = CENTRE, DOCTOR, SALON/STYLIST, PROVIDER, SELLER, EVENT_HOST, FITNESS_TRAINER, ENTREPRENEUR, INVESTOR, plus educator/delivery/creator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17  / 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22  ·  End-to-end journeys (as coded)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Not aspirational hiring funnels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New user: Flutter /api/auth → /api/landing → dashboard. Web: /login session.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Emergency: SOS APIs → email (SMS if enabled) → admin /sos → resolve. No automatic police.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Job seeker: jobs register-quick + OTP → apply → admin may approve → worker bookings.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Provider (doctor/salon/lawyer/trainer/centre): OTP → profile completion → partner_profile_status → admin verify/reject/request-changes → bookings.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Seller: seller auth → catalog → orders → delivery partner → tracking. Returns on web.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Entrepreneur: register → proposal → admin approve → investor interest → chat/meetings.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18  / 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23–25  ·  Architecture, data,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Monolith WAR · mixed auth · DB queries not Elasticsearch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As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Flutter (JWT) + JSP (session) + Admin session → Spring Boot 3.4 :8084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MySQL 8 · Flyway V1–V45 · local ddl-auto=update · prod validate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FlywayRepairConfig: repair() then migrate() on startup (can hide checksum issues)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Razorpay · SMTP (Gmail in properties) · Google Maps · WebSocket/STOMP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Entity clusters: identity, safety, community, glow, health, fitness, martial, FL, marketplace, products, events, funding, creator,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Proposed (not existing)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admin_audit_log · moderation_case · unified ledger_entry · consent_record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/api/v1 versioning + OpenAPI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Idempotent SOS + 112 webhook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Role matchers instead of PUBLIC_URLS sprawl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Object storage ACL for ID docs (see STORAGE_MIGRATION.md)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19  / 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26  ·  Security &amp;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Visible from code — treat as P0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Committed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application.properties: mail, Razorpay test, Maps, JWT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Hardcoded JWT fallback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JwtUtil if env blank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Maps key in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maps_config.dart + GoogleMapsService.FALLBACK_KEY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CSRF disabled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SecurityConfig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No hasRole matchers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authenticated() after huge permitAll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FCM not sent / SMS off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PushNotificationService · sms.enabled=false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Local ddl-auto=update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Drift vs Flyway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DPDP erasure / consent UX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 delete user only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ID docs / PHI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Paths + MedicalDetails, Rx JSON — extra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20  / 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27  ·  2026 market (sourced)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Registered crime ≠ prevalence. Vendor TAM ≠ official.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NCRB Crime in India 2024: 4,41,534 registered crimes against women (vs 4,48,211 in 2023, −1.4%). Rate 64.6 per lakh women (2024) vs 66.2 (2023). Sources: NCRB via The Print / CEDA Ashoka (2026). Under-reporting remains.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PIB Mar 2025: Nirbhaya Fund allocation ₹7,712.85 crore through FY 2024–25; utilisation ~₹5,846 crore (~76%). ERSS-112 in all 36 States/UTs. WHL-181: 1.95 crore+ calls, 81.64 lakh+ women assisted (PIB figures).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Table stakes: 112 India app, Himmat Plus, Safetipin. FightDFear must deep-link 112 — not replace 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Livelihood: Sitha (company-stated 1M women entrepreneurs by 2027; SheJobs ~1 lakh DB — not independently audited). SHE-MART (site: 60,000+ products). Kaabil (Mahindra) / HerJobs for careers.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Safety-app TAM reports (Intel Market Research et al.) are vendor estimates — do not cite as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21  / 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28  ·  Competitor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Closest overlaps — not a copied Youthian list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Names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Lesson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Official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112 India, Himmat Plus, WHL-181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Trust + dispatch; free; do not compete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Safety apps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Safetipin, bSafe, Life360, Noonlight, Raksha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SOS polish vs India livelihood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Women gigs/commerce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Sitha, SHE-MART, Womaniya on 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Closest livelihood overlap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Jobs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Kaabil, HerJobs, Naukri (indirect)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Distribution threat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Health / beauty /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Practo, Instagram (indirect)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Do not fight on their home turf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22  / 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29  ·  Feature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FightDFear column = code status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FightDFear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Sitha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Kaabil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SOS /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Private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Official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Journey / location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Emergency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 track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Jobs / gigs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Doctors / beauty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FULLY core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Wellness gigs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Handmade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Community video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FULLY web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AI /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Some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Matching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Verification ops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Admin queues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Govt ID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KYC claimed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F2E"/>
                          </a:solidFill>
                          <a:latin typeface="Calibri"/>
                        </a:rPr>
                        <a:t>Employer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23  / 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30  ·  Competitor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Do not invent undisclosed commissions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112 / Himmat Plus / 181: free (public funds / Nirbhaya).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Life360 official US pages (2026): Silver $7.99 · Gold $14.99 · Platinum $24.99 / month. Some regional pages show $9.99 Silver — verify geo. Not India list price.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Noonlight: core panic free (US); Premium ~$9.99/mo reported (ImAlive Jul 2026).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Hollie Guard Extra: £7.99/mo (ImAlive Jul 2026, verified in that comparison).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Sitha: bookings + booster plans (site). Commission not publicly disclosed.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SHE-MART: DPIIT sellers 0% commission 6 months (site claim).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F2E"/>
                </a:solidFill>
                <a:latin typeface="Calibri"/>
              </a:rPr>
              <a:t>FightDFear code: commission_percent / platform_fee fields exist. Consumer subscription SKU is not a complete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24  / 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31–32  ·  Market gaps &amp;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Why one app vs ten — if trust 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Genuine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112 is trusted but not a livelihood 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Sitha / SHE-MART / Kaabil do not own the emergency graph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Safety-only apps churn after install — they don’t pay the bills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Verification theatre: queues without ops people fail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Do not pretend to replace 112 or Instagram or UPI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Honest UVP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Verified women-centric services PLUS personal emergency tools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Shared identity: reputation can travel from doctor booking to worker hire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Network effects only city-by-city (supply density)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• Not: ‘AI police’. Not: a bank. Not: a national super-app on day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25  / 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33  ·  Monetization (SOS-safe)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Take-rate on services; never on panic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Caution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Glow / products / jobs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Transparent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Doctor / fitness take-rate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Already in schema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Event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After events table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Partner boosters / subscriptions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Sitha-like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CSR / NGO / Safe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Strategic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Long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Premium AI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After trust + actual LLM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SOS / panic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Never paywall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Ethics +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26  / 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34  ·  Product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Prioritize safety, schema, trust, then growth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3580"/>
                <a:gridCol w="578358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NOW (0–90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Validate-green Flyway · SOS drill · secrets · audit log · dummy wallet · DPDP · health/funding disclaimers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NEXT (3–6 months)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Unified ledger · moderator console · 112 deep-link · vernacular · FCM real send · load tests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LATER (6–12 months)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One-metro density · iOS decision · careful moderation-assist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FUTURE (12–24 months)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CSR / government · Safetipin-class data partnership · still not a bank or AIF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27  / 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35  ·  Production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Green / amber / red from repo evidence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Functionality breadth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Needs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Wide, uneven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Database / Flyway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validate vs Hibernate-era tables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Security / DPDP /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CSRF off, PUBLIC_URLS, committed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Few tests vs ~108 controllers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Needs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Real path; mock must stay false in 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Push / SMS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FCM not sent; SMS off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Admin / moderation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Needs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Queues exist; roles and people do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Needs work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Actuator/prometheus; APM thin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28  / 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36  ·  Master gap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P0 = do not scale marketing until moved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051560"/>
          <a:ext cx="11567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Schema / Flyway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SOS reliability + 112 guidance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Secrets / CSRF / RBAC /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Community T&amp;S staffing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Funding / health legal perimeter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Wallet honesty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FCM 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Events related tables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A5A12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LLM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5C45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8B2E2E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E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29  / 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37  ·  Strategic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For a new team in 90 / 6 / 24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532120" cy="534924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Today vs should become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TODAY: Broad women-centric Super App MVP in production clothing — real APIs and admin queues, fighting schema/ops and Trust &amp; Safety maturity.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SHOULD BECOME: Trusted OS for a woman’s safety graph and verified local economy in selected Indian cities. SOS free forever; services fund the company.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WEAKNESSES: secrets, CSRF, Flyway, money sprawl, god-admin, no LLM (don’t advertise it), no police integration, test debt.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61288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A2F"/>
                </a:solidFill>
                <a:latin typeface="Calibri"/>
              </a:rPr>
              <a:t>Recommended clock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57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90 DAYS: schema green, SOS drill, audit log, wallet honesty, DPDP, one-city supply quality, rotate secrets.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6 MONTHS: ledger, moderator, 112 deep-link, vernacular, real push, iOS decision.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12–24 MONTHS: partnerships, careful AI, still not a bank.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A1F2E"/>
                </a:solidFill>
                <a:latin typeface="Calibri"/>
              </a:rPr>
              <a:t>BUSINESS RISKS: winning every vertical vs specialists; funding-module perception; a real SOS miss; Play permission policy.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30  / 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Appendix  ·  How to use with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9A24A"/>
                </a:solidFill>
                <a:latin typeface="Calibri"/>
              </a:rPr>
              <a:t>Companion documents in the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Full narrative: docs/FightDFear_Product_Technical_Blueprint.md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Ops: docs/DEPLOYMENT.md · PRODUCTION_READINESS_REPORT.md · STORAGE_MIGRATION.md · REALTIME_MULTI_INSTANCE.md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QA: MASTER_QA_TEST_PLAN.md and QA_*_MODULE.md per vertical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This deck is implementation-true as of 14 Aug 2026. If code and slides disagree later, trust the repository.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Youthian_blueprint.pptx was a 38-slide image deck used only as a structural depth reference — no Youthian product content was copied.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5CBD6"/>
                </a:solidFill>
                <a:latin typeface="Calibri"/>
              </a:rPr>
              <a:t>FightDFear  |  Product &amp; Technical Blueprint  |  14 Aug 2026  | 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9A24A"/>
                </a:solidFill>
                <a:latin typeface="Calibri"/>
              </a:rPr>
              <a:t>31  / 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