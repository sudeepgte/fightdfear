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3F5E"/>
                </a:solidFill>
                <a:latin typeface="Calibri"/>
              </a:rPr>
              <a:t>PRODUCT  ·  TECHNICAL  ·  MARKET  ·  BUSINESS 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FightDFear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Women Empowerment Super Platform
33-section enterprise blueprint  ·  Codebase as source of truth  ·  2026 market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Stack: Spring Boot 3.4.3 · Java 17 · Flutter · JSP · MySQL 8 · Flyway V45 · Razorpay
Production: fightdfire.chethancodehub.com    ·    14 August 2026    ·    Internal
Youthian PPT used only as structural template. FightDFear content, brand (#F43F5E / #1E1B4B) and facts are original.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447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Brand palette from mobile/lib/screens/user/user_dashboard_screen.dart and JSP CSS  ·  Not a safety-only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READING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Fact vs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Do not mix categories. Youthian = structure only.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B4B"/>
                          </a:solidFill>
                          <a:latin typeface="Calibri"/>
                        </a:rPr>
                        <a:t>FACT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Verified from FightDFear code or a cited external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CURRENT IMPLEMENTATION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Exists in the KishorDfire repository today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MARKET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2026 external source with date — not invented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Reasonable conclusion from evidence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3F5E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What FightDFear should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4738B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Not implemented — do not market as live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FULLY / PARTIAL / BACKEND ONLY / PLACEHOLDER /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Implementation status from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 / 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01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What FightDFear is, why it exists, who it serves.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 / 79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01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Women Empowerment Super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FACT: category claim is product strategy. CURRENT: safety is one of many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15568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73152" cy="15544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25295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36192"/>
            <a:ext cx="5257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A women-centric operating system combining personal emergency tools with verified livelihood, health, skills, commerce, community and funding — one identity, one admin trust layer.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15568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15568"/>
            <a:ext cx="73152" cy="15544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25295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Why it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536192"/>
            <a:ext cx="5349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Women in India still juggle 112 + job apps + clinics + Instagram + marketplaces. Fragmentation is the product problem. Safety without opportunity does not retain. Opportunity without safety does not trust.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83464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834640"/>
            <a:ext cx="73152" cy="182880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944368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Who it serves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255264"/>
            <a:ext cx="338327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Women users; doctors, salons, workers, sellers, trainers, centres, hosts, educators, creators, entrepreneurs, investors, delivery partners; operators (ADMIN).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834640"/>
            <a:ext cx="3703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2834640"/>
            <a:ext cx="73152" cy="1828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2944368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7" y="3255264"/>
            <a:ext cx="338327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A trusted city-level OS where a woman can call for help and also earn, learn, heal and sell — without five logins and unverified strangers.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834640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834640"/>
            <a:ext cx="73152" cy="1828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2944368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255264"/>
            <a:ext cx="342899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Ship reliable SOS (never paywalled), verified partners, and honest status. Deep-link 112. Earn on services, not on panic.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4632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38B"/>
                </a:solidFill>
                <a:latin typeface="Calibri"/>
              </a:rPr>
              <a:t>FACT (NCRB 2024, reported 2026): 4,41,534 registered crimes against women; rate 64.6 per lakh. Registered crime ≠ true prevalence.
FACT (MoSPI PLFS): female LFPR 40.0% usual status CY 2025; 32.7% CWS June 2026. Urban female CWS LFPR 24.8% (June 2026 bulletin).
INFERENCE: the economic + safety gap is simultaneous. A safety-only app leaves urban women under-employed; a jobs-only app leaves the emergency graph empty.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 / 79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02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Ecosystem map — only CURRENT modules are marked live.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 / 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02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Ecosystem — live vs planned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CURRENT IMPLEMENTATION from controllers + Flutter screens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 the repo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 not claim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Safety / SOS / journey / buddy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SOS+journey+contacts mobile FULLY; panic/audio/recording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ERSS-112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Community / video / chat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JSP reels FULLY; mobile groups MISSING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Instagram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Jobs / lawyers / marketplace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Worker bookings, ProviderCategory incl. WOMEN_LAWYER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Naukri 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Glow / doctors / fitness / martial arts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Razorpay + portals + admin verify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Practo/Cult.fit scale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Products +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Returns web-only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national logistics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Events / funding / FL / creator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V45 women_events; FL = education not banking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a SEBI fund / bank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Wallet / coins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Dummy redeem catalog both web + /api/wallet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a PPI 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AI / LLM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E123C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Only Weka J48 if ARFF present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 ChatGPT copilot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Admin verification factory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Queues for doctors, sellers, hosts, delivery, creators, educators…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 Moderator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 / 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02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Surfaces that actually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FACT: Thymeleaf is configured; templates folder is empty. UI is JSP + Flutter.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15568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73152" cy="21488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2529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Mobile  ·  Flutter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36192"/>
            <a:ext cx="338327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102 screen files. JWT. Release host = production HTTPS. SOS, doctors, Glow, jobs, products, events, funding, FL, creator, wallet, partner profile-completion.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15568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15568"/>
            <a:ext cx="73152" cy="2148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122529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Web  ·  JSP (~285 views)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1536192"/>
            <a:ext cx="338327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Public /features /map /heatmap. User SOS/video/chat/qna. Partner dashboards: doctors, salons, centres, marketplace, products, entrepreneur, investor, creator, FL.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15568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15568"/>
            <a:ext cx="73152" cy="214884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225295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Admin  ·  /admin + extras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536192"/>
            <a:ext cx="342899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God-admin session. Verify/reject/request-changes. SOS resolve. Broadcast. Reports CSV. Glow/martial-arts/creator/FL extra admin UIs.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42900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429000"/>
            <a:ext cx="73152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53872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849624"/>
            <a:ext cx="52578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/api/auth, landing, sos, journey, buddy, videos, wallet, doctors, glow, marketplace, jobs, products, delivery, martial-arts, fitness, women-events, entrepreneur, investor, financial-literacy, creator-hub, chat.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429000"/>
            <a:ext cx="5669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429000"/>
            <a:ext cx="73152" cy="2011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353872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Data / pay / jobs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849624"/>
            <a:ext cx="53492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MySQL 8 · ~175 entity types · Flyway V1–V45. Razorpay create-order+verify+webhook (V39). ShedLock V41. Rate-limit V42. Local PAYMENT_MOCK default true; prod false.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 / 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03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Safety, work, health, money and trust — fragmented.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8 / 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03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women actually face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MARKET RESEARCH with sources — not Youthian stats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 / date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Registered VAW still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4,41,534 cases (2024); rate 64.6/lakh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NCRB via The Print / CEDA,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112 exists but is not a livelihood OS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ERSS in 36 States/UTs; Nirbhaya ₹7,712.85 cr allocated to FY25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PIB Mar 2025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Urban women still under-participate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Urban female LFPR 24.8% CWS June 2026 vs rural 36.6%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MoSPI PLFS bulletin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Usual-status FLFPR 40% still &lt;&lt; male 79.1%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PLFS Annual Report CY 2025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MoSPI Mar 2026 press note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Gig/jobs apps don’t own SOS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Sitha/Kaabil/Naukri have no police 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Trust / KYC theatre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Many apps claim verified women; ops quality unpublished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5–10 apps for one life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112 + Naukri + Practo + Instagram + UPI + 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9 / 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04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Measurable where possible — mix of CURRENT and RECOMMENDATION.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10 / 79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04 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success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RECOMMENDATION — not current KPIs in code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 (proposed)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SOS 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P95 notify &lt; 30s; drill pass; never paywalled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90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Admin SLA on verify/reject; audit log 100% of approvals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90 days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Safety + 112 coexistence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In-app 112 deep-link + dual-app guidance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Livelihood density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Verified supply in 1 metro (doctors/salons/workers/sellers)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12 months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Economic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Take-rate on paid modules; SOS remains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Ongoing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Inclusion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Vernacular + DPDP deletion + accessibility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6–12 months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Honesty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No AI marketing until LLM exists; dummy wallet 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90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11 / 79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05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Project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Current → required → future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12 / 79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05  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Three horizons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CURRENT IMPLEMENTATION vs RECOMMENDATION vs FUTURE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15568"/>
            <a:ext cx="370332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73152" cy="5212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2529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Current scope (ships today)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36192"/>
            <a:ext cx="3383279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Auth OTP/JWT. SOS+journey+contacts. Reels (web). Doctors, Glow, fitness, martial arts. Jobs/lawyers. Products+delivery. Events APIs. Funding portals. FL content. Creator hub. Admin queues. Razorpay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15568"/>
            <a:ext cx="370332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15568"/>
            <a:ext cx="73152" cy="52120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122529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Development scope (required)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1536192"/>
            <a:ext cx="3383279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Flyway completeness under validate. Real FCM send. SMS on. Audit log + RBAC split. Dummy wallet out. DPDP. 112 deep-link. Product returns on mobile. Panic/audio on Flutter. Secrets rotation. Tests/CI. Moderator people+tooling.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15568"/>
            <a:ext cx="3749039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15568"/>
            <a:ext cx="73152" cy="5212080"/>
          </a:xfrm>
          <a:prstGeom prst="rect">
            <a:avLst/>
          </a:prstGeom>
          <a:solidFill>
            <a:srgbClr val="647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225295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536192"/>
            <a:ext cx="3428999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Predictive safety (ethics). LLM copilot with consent. Intelligent matching. iOS. City expansion. CSR/gov. Safetipin-class maps partnership. Not: becoming a bank, AIF, or fake police PSAP.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13 / 79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06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Target audience /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Actual UserType vs proposed roles.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14 / 79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06 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Roles in code vs proposed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FACT: enum has 13 values. Mentor/Employer/Moderator are NOT in UserType.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code?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How they appear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Woman /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UserType.USER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Separate Admin entity + UserType.ADMIN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VOLUNTEER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SOS respond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DOCTOR / SALON / STYLIST / CENTRE / FITNESS_TRAINER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Portals + admin verify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PROVIDER (incl. lawyer)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ProviderCategory.WOMEN_LAWYER etc.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SELLER / EVENT_HOST / ENTREPRENEUR / INVESTOR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Dedicated tables + APIs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FinancialEducator / DeliveryPartner / Creator / Job worker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Tables/APIs — not UserType 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Mentor / Employer / Moderator / SuperAdmin / NGO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FUTURE / proposed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Do not document as live roles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15 / 79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07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Market research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India + global + pricing + trends + needs. Sources cited.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16 / 79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07  MARKET  · 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Official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MARKET RESEARCH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Crimes against women (registered)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4,41,534; rate 64.6 /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NCRB / The Print / CEDA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Nirbhaya Fund allocation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₹7,712.85 crore to FY2024–25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PIB Mar 2025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GoI PIB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Nirbhaya utilisation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~₹5,846 cr (~76%)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PIB Mar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GoI PIB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ERSS-112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All 36 States/UTs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PIB Mar 2025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GoI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WHL-181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1.95 cr+ calls; 81.64 lakh+ women assisted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PIB Mar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GoI — as stated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Female LFPR usual status 15+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40.0% (male 79.1%)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CY 2025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MoSPI PLFS Annual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Female LFPR CWS 15+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32.7% overall; urban 24.8%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MoSPI monthly bulletin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Lakhpati Didi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2 cr+ achieved; target 3 cr by 2027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Budget 2026 coverage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The Hindu / MoRD as reported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SHE-Marts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Community SHG retail announced Budget 2026-27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1 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Union Budget / The Hindu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17 / 79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07  MARKET  · 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Safety-tech and family apps (listed where possible)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Do not treat vendor TAM reports as audited.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Implication for FightDFear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US / global family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 FY2025 revenue $489.5m; 95.8m MAU (31 Dec 2025). Q2’26: 102.4m MAU, qtr rev $159.0m. Source: Life360 IR / GlobeNewswire Mar &amp; Aug 2026.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Subscription + location graph works — but it is family, not women-economy.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US panic monitoring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Noonlight: core SOS free US-only; Premium ~$9.99/mo reported (ImAlive Jul 2026).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Paid monitoring is a US PSAP product. India equivalent is 112, not a startup PSAP.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Hollie Guard Extra £7.99/mo (ImAlive Jul 2026).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URN/police partnership — learn trust, don’t copy pricing into INR blindly.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SEA / ME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Women-only social/safety apps exist; scale usually Not publicly disclosed.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Partnership &gt; copycat.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Europe GDPR / India DPDP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Location + SOS + ID docs are high-risk processing.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Consent, retention, erasure are table stakes.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18 / 79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07  MARKET  · 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Competitor pricing (public)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Not publicly disclosed where blank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Public price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112 India / Himmat+ / 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Public 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MHA / state police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 US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Freemium sub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Silver $7.99 / Gold $14.99 / Platinum $24.99 /mo (US pages 2026; some geos $9.99 Silver)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life360.com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Noonlight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Free +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Premium ~$9.99/mo 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ImAlive Jul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Hollie Guard Extra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Subscription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£7.99/mo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ImAlive Jul 2026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Sitha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Marketplace + boosters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Commission Not publicly disclosed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Company site / Hindu BL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Info Edge (Naukri parent)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B2B recruitment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Employer pricing Not a consumer SKU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FY26 IR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FightDFear 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Take-rate fields in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 complete consumer sub 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19 / 79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07  MARKET  ·  TRENDS &amp;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women are looking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INFERENCE grounded in official + competitor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15568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73152" cy="2286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2529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Safety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36192"/>
            <a:ext cx="3383279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Official 112 + private SOS + journey share. Wearables/family circles (Life360) prove location graphs monetize — ethically SOS must stay free in India.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15568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15568"/>
            <a:ext cx="73152" cy="228600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122529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Work &amp;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1536192"/>
            <a:ext cx="3383279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Urban FLFPR still low. Sitha/SheJobs/Kaabil/SHE-Marts show political + commercial push for women gigs and SHG retail.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15568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15568"/>
            <a:ext cx="73152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225295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Trust &amp;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536192"/>
            <a:ext cx="3428999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Info Edge FY26: AI in matching (MD commentary). Sitha claims AI matching. FightDFear has no LLM — do not fake it. Verification ops beat AI theatre.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566160"/>
            <a:ext cx="114300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66160"/>
            <a:ext cx="73152" cy="26974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675887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User needs (ranked for FightDFear)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86784"/>
            <a:ext cx="111099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1) A panic path that actually reaches someone  2) Verified local doctors/salons/workers  3) Flexible income  4) Privacy of location and ID  5) Community that is moderated  6) Convenience of one identity  7) Personalization later. Convenience without trust is a liability.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20 / 79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08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Existing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Only what the repository implements.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21 / 79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08  EXISTING FEATURES  · 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Safety, identity,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CURRENT IMPLEMENTATION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2313432"/>
                <a:gridCol w="2313432"/>
                <a:gridCol w="2313432"/>
                <a:gridCol w="2313432"/>
              </a:tblGrid>
              <a:tr h="34747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Register / login / OTP /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Session JSP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Users verify/ban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SOS trigger/history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Emergency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List/resolve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Trusted / emergency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Notify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Journey + ShedLock escalate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Travel safety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Buddy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Companion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Buddy mgmt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Panic / recording / battery / SOS audio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JSP/API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E123C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Danger points / heatmap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Map intel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Danger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Verify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Reels / comments / follow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Block reported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Messaging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Groups / express posts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JSP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E123C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22 / 79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08  EXISTING FEATURES  · 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Livelihood &amp;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CURRENT IMPLEMENTATION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2313432"/>
                <a:gridCol w="2313432"/>
                <a:gridCol w="2313432"/>
                <a:gridCol w="2313432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Backend/API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Doctors + Razorpay +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/api/doctors*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Verify/reject/changes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Glow salons/stylists/bookings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/api/glow*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Approve salon/stylist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Fitness trainers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/api/fitness*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Verify/suspend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Martial arts + certificates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/api/martial-arts*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Approve centres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Jobs / worker 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/api/marketplace/jobs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Approve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Lawyers / ServiceProvider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/api/marketplace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Pending providers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Products cart/order/track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FULLY minus returns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/api/women-products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Sellers + 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Delivery partners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FULLY portal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/api/delivery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Approve partners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23 / 79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08  EXISTING FEATURES  · 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Growth modules, money, AI,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CURRENT IMPLEMENTATION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Events + hosts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APIs+Flutter+admin; prod table missing until V45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Entrepreneur / investor / proposals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Portals + admin approve + investment release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Financial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Videos/sessions/workshops/loans JSP — not regulated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Creator hub tips/cashout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FULLY core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Admin cashout; T&amp;S still ops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Wallet redeem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Hardcoded ‘10% Off Salon…’ + fake COUPON-timestamp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Razorpay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Real verify path; local mock default true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OTP, reset, SOS async — secrets committed in properties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SMS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Twilio/Msg91; sms.enabled=false default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Stores tokens, logs payload — HTTP v1 not wired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AISafetyService Weka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Needs crime_data.arff / safety_model.model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OpenAI / Gemini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No matches in Java or Dart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24 / 79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09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Existing system drawbacks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Honest, specific, from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25 / 79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09  DRAWBACKS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is actually wrong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FACT from SecurityConfig, services, Flyway, wallets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Gap class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Specific issue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Committed mail/Razorpay/Maps/JWT defaults; JwtUtil hardcoded fallback; Maps key in Flutter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CSRF disabled; huge PUBLIC_URLS; no hasRole; /admin/registerAdmin public pattern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Schema/ops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Prod ddl-auto=validate vs Hibernate-era tables; Flyway repair() every startup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SOS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FCM not sent; SMS off; no 112; panic/audio not on Flutter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God-admin; no audit log entity; no Moderator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Money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Coins + walletBalance + payout_balance + dummy coupons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Mobile parity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Groups, returns, recording, battery missing on Flutter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Few automated tests vs ~108 controllers / ~175 entity types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Health + funding + FL without strong in-product disclaimers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Dashboard.meta exists; not a product analytics stack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C997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26 / 79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10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Unique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Ordinary features are not unique.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27 / 79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10  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Existing vs potential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Do not call SOS unique — 112 already does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15568"/>
            <a:ext cx="566928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73152" cy="5212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25295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Existing differentiation (weak but real)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36192"/>
            <a:ext cx="534924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One codebase already spans SOS graph + verified doctors/salons/jobs/products/events/funding/creator. Admin verification factory is broader than typical SOS apps. Unified User identity across verticals exists in schema. That combination is rare in India — execution quality is not yet a moat.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15568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15568"/>
            <a:ext cx="73152" cy="52120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225295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Potential differentiation (not live)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536192"/>
            <a:ext cx="525780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Safety-to-career journey. Reputation that travels across modules. Cross-module rewards (today dummy). Women-business network with KYC that actually operates. AI assistance (MISSING). 112 coexistence UX. City-level density. CSR/Nirbhaya-adjacent partnerships without replacing the state.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28 / 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11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Features to include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MoSCoW for a competitive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29 / 79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11  FEATURES TO INCLUDE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MoSCoW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RECOMMENDATION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10515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SOS drill + real push/SMS · 112 deep-link · secrets/CSRF/RBAC/audit · Flyway green · DPDP deletion · dummy wallet gone · health/funding disclaimers · moderator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SHOULD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Mobile parity (panic/audio/returns/groups) · unified ledger · vernacular · forced-update · crash reporting · settlement reports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COULD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Partner boosters · event tickets · employer job slots · creator ads (safe) · Safetipin data partnership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4738B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LLM copilot · predictive maps · iOS · international · accredited learning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30 / 79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12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Clearly FUTURE — not in the APK.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31 / 79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12  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After P0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Advanced AI: moderation assist, matching, safety copilot — only with consent; never send SOS to third-party LLMs by default.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Predictive safety: partnership data (Safetipin-class), not rumor maps.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Intelligent job matching / personalized learning / AI mentorship — after supply density.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BI + safety intelligence dashboards for city partners.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Government/NGO: 112, 181, OSC, SHE-Marts/Lakhpati Didi as referrals — FightDFear is not the scheme operator.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International: only after one Indian metro is trustworthy.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32 / 79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13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Competitors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2026 landscape — not a copied Youthian list.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33 / 79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13  COMPETITORS  · 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Direct and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MARKET RESEARCH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2313432"/>
                <a:gridCol w="2313432"/>
                <a:gridCol w="2313432"/>
                <a:gridCol w="2313432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Learning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112 India / ERSS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Official 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Public / Nirbhaya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Do not compete; deep-link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Himmat Plus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India (Delhi+)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Police SOS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Trust brand, geo-limited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Safetipin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India/global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Safety scores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Freemium / B2G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Maps intel partnership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Life360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US/global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Family circles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Subscription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Location graph + paid tiers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Noonlight / bSafe / Hollie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US/UK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Panic + 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Free+sub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PSAP is not India’s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Raksha / VithU / Shake2Safety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Simple SOS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Free/ad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Churn without livelihood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34 / 79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13  COMPETITORS  ·  ECONOMY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Jobs, gigs, commerce, careers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MARKET RESEARCH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71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5303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Users / $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Weakness vs FDF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Sitha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Women gig + 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Goal 1M entrepreneurs by 2027 (company, Hindu BL). SheJobs ~1 lakh DB (company-stated).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 SOS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SHE-Marts (Budget 2026)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SHG community retail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Policy, not an app competitor yet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Physical retail; different layer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Info Edge / Naukri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Standalone FY26 rev ₹3,052 cr (company PR 22 May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women-safety; B2B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Kaabil / HerJobs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Women jobs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Kaabil scale Not publicly disclosed as MAU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 emergency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Practo / 1mg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publicly disclosed 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women-only 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Instagram / YT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Meta — not comparable MAU mix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 KYC livelihood or SOS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35 / 79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14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Feature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FightDFear column = code status.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36 / 79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14  FEATURE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Safety + opportunity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CURRENT IMPLEMENTATION vs public product positioning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60"/>
                <a:gridCol w="1927860"/>
                <a:gridCol w="1927860"/>
                <a:gridCol w="1927860"/>
                <a:gridCol w="1927860"/>
                <a:gridCol w="1927860"/>
              </a:tblGrid>
              <a:tr h="34747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FightDFear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Life360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Sitha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Naukri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SOS / 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Private contacts 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Official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Circle + assist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Journey / live location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Trip/SOS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Job track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Community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Web 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Jobs / gigs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FULLY core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Doctors / beauty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FULLY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Wellness gigs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Handmade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Funding / 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AI / LLM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E123C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Some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Matching claims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AI matching (FY26 commentary)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Admin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FULLY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Govt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KYC claimed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Employer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Wallet / rewards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Sub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37 / 79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15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Theirs vs proposed ours. SOS never paywalled.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38 / 79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15 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Proposed FightDFear commercial offers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RECOMMENDATION — not live SKUs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Offer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Who pays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Draft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Free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SOS, contacts, journey, 112 link, basic feed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Never meter panic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Premium membership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Later: extra storage, boosts, FL certificates — not SOS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After trust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Provider plan / booster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Salon/doctor/worker/seller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Featured listing +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Like Sitha boosters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Marketplace commission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Seller/provider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Use existing commission_percent / platform_fee fields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Transparent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Employer / job slots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Paid job posts — Employer role is 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Don’t spam 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Host/attendee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Ticket take-rate after schema stable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Enterprise / CSR /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NGO/Gov/Corp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Safe-city dashboard, verified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Procurement-long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39 / 79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16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Revenue of existing websites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Verified vs estimated. Never fabricated.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40 / 79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16  COMPETITOR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Public filings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Verified = company IR / statutory. Else Not publicly disclosed.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60"/>
                <a:gridCol w="1927860"/>
                <a:gridCol w="1927860"/>
                <a:gridCol w="1927860"/>
                <a:gridCol w="1927860"/>
                <a:gridCol w="19278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US$489.5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 Q4’25 / GlobeNewswire 2 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Sub + hardware + 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US$159.0m quarter; H1 US$302.1m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Q2 / H1 2026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 IR 10 Aug 2026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Info Edge (standalone)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₹3,052 crore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FY2025-26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Company PR 22 May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Recruitment + 99acres + JS + education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Info Edge recruitment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₹2,256 crore segment (results PDF)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Audited results 31 Mar 2026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B2B jobs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Sitha / SheJobs / Kaabil / Safetipin / Practo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publicly disclosed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112 India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N/A (public service)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Nirbhaya funded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Taxpayer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FightDFear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Take-rate nascent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publicly disclosed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41 / 79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17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As coded — not aspirational ATS.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42 / 79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17  WORKFLOWS  · 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Identity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CURRENT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B4B"/>
                </a:solidFill>
                <a:latin typeface="Calibri"/>
              </a:rPr>
              <a:t>Registration (mobile)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OTP /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5689" y="15819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1137" y="1417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1137" y="15819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5347" y="15819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0795" y="1417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0795" y="15819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Landing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5004" y="15819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0452" y="1417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0452" y="15819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4662" y="15819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0110" y="1417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0110" y="15819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240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B4B"/>
                </a:solidFill>
                <a:latin typeface="Calibri"/>
              </a:rPr>
              <a:t>Partner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560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7249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register-quick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5689" y="27249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01137" y="2560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1137" y="27249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Email OTP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5347" y="27249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90795" y="2560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90795" y="27249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Profile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25004" y="27249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80452" y="2560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0452" y="27249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Admin 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4662" y="27249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70110" y="2560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70110" y="27249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3383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3F5E"/>
                </a:solidFill>
                <a:latin typeface="Calibri"/>
              </a:rPr>
              <a:t>SOS  (no police PSAP)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703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867911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5689" y="3867911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01137" y="3703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01137" y="3867911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GPS payload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35347" y="3867911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90795" y="3703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90795" y="3867911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Email contacts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25004" y="3867911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80452" y="3703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0452" y="3867911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SMS if 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4662" y="3867911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70110" y="37033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70110" y="3867911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Admin resolve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4632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38B"/>
                </a:solidFill>
                <a:latin typeface="Calibri"/>
              </a:rPr>
              <a:t>GAP: FCM is log-only. SMS default off. Panic timer is JSP. 112 is MISSING. RECOMMENDATION: dual-path 112 + private graph.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43 / 79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17  WORKFLOWS  · 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Economy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CURRENT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Healthcare / Glow / Fitness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89888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Verify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5689" y="1554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1137" y="1389888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1137" y="1554480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5347" y="1554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0795" y="1389888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0795" y="1554480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5004" y="1554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0452" y="1389888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0452" y="1554480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Razorpay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4662" y="1554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0110" y="1389888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0110" y="1554480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Chat / consult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2402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Jobs  (no Employer UserType)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542032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706624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Worker OTP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5689" y="2706624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01137" y="2542032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1137" y="2706624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5347" y="2706624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90795" y="2542032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90795" y="2706624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Admin may approve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25004" y="2706624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80452" y="2542032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0452" y="2706624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Booking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4662" y="2706624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70110" y="2542032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70110" y="2706624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33832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Marketplace products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675887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840479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Seller verify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5689" y="384047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01137" y="3675887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01137" y="3840479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Catalog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35347" y="384047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90795" y="3675887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90795" y="3840479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Order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25004" y="384047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80452" y="3675887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0452" y="3840479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Delivery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4662" y="384047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70110" y="3675887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70110" y="3840479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Return (web)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006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Funding  (not an AIF)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50749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2395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Proposal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5689" y="52395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01137" y="50749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1137" y="52395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Admin approve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35347" y="52395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90795" y="50749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90795" y="52395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Investor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25004" y="52395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80452" y="50749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80452" y="52395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B4B"/>
                </a:solidFill>
                <a:latin typeface="Calibri"/>
              </a:rPr>
              <a:t>Chat / meet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4662" y="5239512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Calibri"/>
              </a:rPr>
              <a:t>&gt;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70110" y="5074920"/>
            <a:ext cx="2179929" cy="658368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70110" y="5239512"/>
            <a:ext cx="21799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Release $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44 / 79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18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User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Journeys for each persona that exists.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45 / 79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18  USER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Personas mapped to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Mentor/Employer journeys are FUTURE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Persona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Journey (as coded)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Normal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Auth → landing → discover modules → engage reels/book/buy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Feed ranking thin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Emergency user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SOS → location in payload → contacts → admin resolve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No 112, weak push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Job seeker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Jobs OTP → apply → 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No interview 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Employer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FUTURE role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Use worker/admin today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Seller auth → products → orders →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Mobile returns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Mentor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4738B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Not a UserType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Healthcare 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Doctor OTP → complete profile → admin → appointments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Clinical/legal SOP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Entrepreneur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Register → proposal → admin → investor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Securities disclaimer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46 / 79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19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Current vs recommended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47 / 79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19  ARCHITECTURE  ·  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Monolith 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Flutter JWT
JSP session
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79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B4B"/>
                </a:solidFill>
                <a:latin typeface="Calibr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82880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1488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Spring Boot
3.4 :8084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B4B"/>
                </a:solidFill>
                <a:latin typeface="Calibr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82880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1488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Modules
108 controllers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B4B"/>
                </a:solidFill>
                <a:latin typeface="Calibr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82880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1488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MySQL 8
Flyway V45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B4B"/>
                </a:solidFill>
                <a:latin typeface="Calibri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82880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488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Razorpay
SMTP Maps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65760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38B"/>
                </a:solidFill>
                <a:latin typeface="Calibri"/>
              </a:rPr>
              <a:t>Auth: JWT filter + session hydrate. CSRF off. PUBLIC_URLS permitAll then authenticated().
Cache/search: none as products (DB queries). Storage: local uploads (see STORAGE_MIGRATION.md).
Realtime: STOMP/WebSocket for some chats. Push: not actually FCM.
Weakness: two auth modes, schema validate incidents, Flyway repair on boot, committed secrets.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48 / 79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19  ARCHITECTURE  ·  RECOMMENDED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Production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RECOMMENDATION /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Keep monolith until SOS+payments+schema are boringly stable — do not rewrite for fashion.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Secrets only via env; delete committed keys; rotate JWT; Maps via backend proxy.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Spring method security + Moderator/Finance/SuperAdmin; CSRF for cookie session or go JWT-only for APIs.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Stop Flyway repair-on-start. ddl-auto=validate forever in prod. CREATE TABLE migrations for remaining Hibernate-era tables.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Object storage ACL for ID docs. Unified ledger. Real FCM HTTP v1. SMS failover.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OpenAPI /api/v1. APM + SOS SLO dashboards. Optional Redis later — not a current requirement to ‘look cloud native’.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112 deep-link + documented dual-app. No fake PSAP.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49 / 79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20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Modules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Purpose, status, gaps.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50 / 79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20  MODULE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Complete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CURRENT IMPLEMENTATION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2313432"/>
                <a:gridCol w="2313432"/>
                <a:gridCol w="2313432"/>
                <a:gridCol w="2313432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Primary API / UI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SOS / journey / buddy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USER, VOLUNTEER,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/api/sos /journey /buddy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112, FCM, Flutter panic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/video /api/videos /chat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Mobile groups, mods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Doctors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USER, DOCTOR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/api/doctors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Clinical SOP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Glow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USER, SALON, STYLIST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/api/glow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Settlement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Fitness / martial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USER, trainer, CENTRE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/api/fitness /martial-arts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Jobs / lawyers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Worker, PROVIDER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/api/marketplace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No Employer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Products /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USER, SELLER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/api/women-products /delivery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Mobile returns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USER, EVENT_HOST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/api/women-events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Schema ops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Funding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ENTREPRENEUR, INVESTOR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/api/entrepreneur /investor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FL / creator / wallet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Educator, creator, USER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/api/financial-literacy /creator-hub /wallet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Dummy coins, advice line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FULLY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/admin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1B4B"/>
                          </a:solidFill>
                          <a:latin typeface="Calibri"/>
                        </a:rPr>
                        <a:t>RBAC,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51 / 79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21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User roles &amp;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Actual matrix — ADMIN is omnipotent.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52 / 79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21 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code allows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FACT: Spring does not hasRole on UserType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2313432"/>
                <a:gridCol w="2313432"/>
                <a:gridCol w="2313432"/>
                <a:gridCol w="2313432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Partner*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VOLUNTEER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View own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Create SOS / book / apply / order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supply side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respond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Verify / reject / request-changes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Ban / suspend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Moderate reels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creator extras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Release investment / cashout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request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Configure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Y (unsplit)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Moderator / Finance only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98932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38B"/>
                </a:solidFill>
                <a:latin typeface="Calibri"/>
              </a:rPr>
              <a:t>*Partner = DOCTOR, SALON/STYLIST, CENTRE, PROVIDER, SELLER, EVENT_HOST, FITNESS_TRAINER, ENTREPRENEUR, INVESTOR + educator/delivery/creator 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53 / 79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22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Currently used vs recommended.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54 / 79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22 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Extracted from the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Never invented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Currently used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Recommended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Flutter, Provider, geolocator, google_maps_flutter, razorpay_flutter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Crashlytics/Sentry, pinning, iOS later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JSP + some static HTML; Thymeleaf unused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Don’t migrate templates mid-crisis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Spring Boot 3.4.3, Java 17, WAR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Method security, OpenAPI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DB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MySQL 8, JPA, Flyway V45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 ddl-auto=update in any shared env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BCrypt, JWT, session, email OTP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Rotate secrets; CSRF or JWT-only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Pay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Razorpay + V39 fulfillment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Keep mock false in prod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ShedLock, rate_limit_buckets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SOS SLO monitors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Weka J48 placeholder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LLM only after DPDP + human-in-loop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Push/SMS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Token store; SMS flag 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FCM HTTP v1 + Msg91/Twilio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Maps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Google Maps key in app + server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Restrict keys; proxy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55 / 79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23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Similar apps — India &amp;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Why each is relevant.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56 / 79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23  SIMILAR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Relevance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MARKET RESEARCH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relevant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112 India, Himmat Plus, Safetipin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Official/civic safety layer FDF must coexist with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Sitha, SheJobs, Kaabil, Naukri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Livelihood competitors / distribution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SHE-Marts (policy 2026), Lakhpati Didi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State SHG commerce — partner, don’t clone poorly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Practo, Urban Company (indirect)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Health and home services UX bar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Life360, Noonlight, bSafe, Hollie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SOS product polish and paid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Instagram, LinkedIn (indirect)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B4B"/>
                          </a:solidFill>
                          <a:latin typeface="Calibri"/>
                        </a:rPr>
                        <a:t>Community and career attention markets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57 / 79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24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Comparison with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Second matrix — trust layer.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58 / 79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24  TRUST &amp; VERTICALS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Where FightDFear can win or 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CURRENT vs public positioning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FDF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Specialists win if…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FDF wins if…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PARTIAL private 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User needs police now → 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Private graph + journey + 112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Instagram attention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Moderated women-only + reputation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FULLY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Naukri/Kaabil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Verified + safer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Care (doc/glow/fit)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FULLY core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Practo/UC density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Women-verified local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Amazon/SHE-Marts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Women-owned + KYC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Funding/FL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Banks/SEBI platforms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Literacy + discovery only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Admin/T&amp;S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FULLY queues / MISSING people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Anyone with a Trust org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Queues + staffed SLAs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E123C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Anyone shipping matching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Don’t fake; add later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59 / 79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25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many users they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Metric type matters.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60 / 79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25  USER / SCALE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Do not confuse downloads with MAU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MARKET RESEARCH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2313432"/>
                <a:gridCol w="2313432"/>
                <a:gridCol w="2313432"/>
                <a:gridCol w="2313432"/>
              </a:tblGrid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 type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95.8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31 Dec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 Q4’25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102.4 million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MAU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30 Jun 2026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 Q2’26 IR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2.8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Paying Circles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31 Dec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 Q4’25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112 India app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~5.6 million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Downloads (not MAU)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Aug 2026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AppBrain — third-party, not MHA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SheJobs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~1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Database (company-stated)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2025 Hindu BL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Company-stated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Sitha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1 million by 2027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Goal, not current users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Company / Hindu BL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Lakhpati Didi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2 crore+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Scheme members (not an app MAU)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2026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MoRD via The Hindu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Safetipin / Kaabil / Himmat+ / FDF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Not publicly disclosed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61 / 79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26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they got popular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Then: what FightDFear can learn.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62 / 79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26  GROWTH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Evidence-based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INFERENCE on learnings; facts on listed firms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71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5303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they scaled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FightDFear learning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112 / ERSS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Nirbhaya funding, state ERC mandate, free, power-button 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Coexist; never pick a fight with the state PSAP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Life360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Family network effects, freemium, hardware, ads (2026 IR), 180+ countries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Graph + paid tiers work; India women-economy is a different graph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Naukri / Info 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Two-sided B2B, 25+ years, cash machine (FY26 ₹1,469 cr CFO from ops standalone)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Don’t attack white-collar recruitment head-on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Sitha / SheJobs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Founder narrative, state minister launch, women-only brand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City campaigns + verification story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Creators, network effects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Reels without T&amp;S is a 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SHG / Lakhpati / SHE-Marts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Government program distribution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CSR/govt as channel, not as product identity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63 / 79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27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mistakes they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Verified issue vs strategic inference.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64 / 79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27  COMPETITOR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Separate evidence from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Do not smear without source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Observation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112 India Play reviews: login/OTP failures (2025–26 comments)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Verified issue (anecdotal reviews)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Reliability of official app is a user complaint class — FDF still must deep-link, not mock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Safety-only consumer apps stall on retention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Strategic inference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No income loop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Women-gig apps over-claim ‘AI matching’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Strategic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Matching quality unpublished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Family trackers (Life360) raise privacy debates globally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Strategic inference + long-running public debate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Location retention must be explicit under DPDP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Marketplace KYC theatre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Strategic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Admin queues without people = fake 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Super-app complexity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Strategic inference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FDF already has this risk internally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65 / 79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28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we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What FightDFear should do differently.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66 / 79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28  HOW WE WIN DIFFERENTLY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15568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73152" cy="2331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2529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36192"/>
            <a:ext cx="3383279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SOS free + 112. One verified identity. Kill dummy wallet. City density over 12 half-built verticals.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15568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15568"/>
            <a:ext cx="73152" cy="23317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122529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1536192"/>
            <a:ext cx="3383279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Staffed admin SLAs, audit logs, CSAM process, DPDP. Verification is an operations product.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15568"/>
            <a:ext cx="374903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15568"/>
            <a:ext cx="73152" cy="233172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225295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536192"/>
            <a:ext cx="3428999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Stabilize schema/secrets/push before AI. Honesty in status labels.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61188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11880"/>
            <a:ext cx="73152" cy="2606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721608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Go-to-market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032504"/>
            <a:ext cx="3383279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One metro. Campus + SHG/CSR + doctor/salon supply. Not national Super App ads.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61188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611880"/>
            <a:ext cx="73152" cy="26060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7" y="3721608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Monetize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4032504"/>
            <a:ext cx="3383279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Take-rate and boosters. CSR/city. Never panic paywall.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611880"/>
            <a:ext cx="3749039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611880"/>
            <a:ext cx="73152" cy="26060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721608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Do not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032504"/>
            <a:ext cx="3428999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Fight Instagram, Naukri, UPI, or 112. Do not advertise LLM. Do not become a fund.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67 / 79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29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people are looking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Unmet needs.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68 / 79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29  UNMET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Largest opportunities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MARKET RESEARCH + INFERENCE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exists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lacks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Opportunity size for FDF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Immediate help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112, 181, OSC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Private graph + journey in same app as livelihood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P0 coexist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Flexible work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Sitha, UC, Naukri, Kaabil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Women-verified + safer context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P1 city supply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Trusted local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Practo, clinics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Women-doctor/salon KYC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P1 (already coded)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Sell / SHG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Amazon, SHE-Marts policy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Digital storefront with real KYC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C997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Community without abuse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Moderated women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P0 T&amp;S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One identity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Nothing complete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Fragmentation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Core bet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Honest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Claims everywhere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Few disclose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Differentiate by not lying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69 / 79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30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we can get a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Problem → gap → FightDFear move.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70 / 79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30  SOLUTION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Safety + trust +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RECOMMENDATION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Existing gap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FightDFear solution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Fear in transit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SOS apps don’t pay bills; 112 isn’t a companion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Journey + SOS + 112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Untrusted providers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KYC theatre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Admin queues + audit + SLA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Urban under-employment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FLFPR urban 24.8% CWS Jun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Jobs/Glow/products density in 1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Fragmented apps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5–10 logins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Unified identity (already in schema)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Fake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Marketing vs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No LLM claim until 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P0 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Health/funding legal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Blurred advice/securities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Disclaimers; literacy not origination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Safety-only churn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Earn + heal + belong after SOS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71 / 79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31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Project execution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Eight phases.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72 / 79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31 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Phased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RECOMMENDATION — acceptance = tests + drills, not slideware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1 Audit &amp; stabilize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Secrets, CSRF plan, Flyway green, tests, mock=false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validate boot; no committed secrets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2 Core safety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FCM+SMS, SOS drill, 112 link, Flutter panic/audio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Drill runbook signed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3 Community T&amp;S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Moderator role, report queue, CSAM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E123C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SLA + audit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4 Jobs &amp; career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Employer story, dispute, quality supply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City fill rate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5 Education / healthcare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SOP, disclaimers, licence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Legal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6 Marketplace / entrepreneurship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Ledger, returns mobile, funding disclaimer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Settlement report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7 AI /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LLM + matching after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38B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Consent + evals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8 Scale &amp; commercialize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Boosters, CSR, 2nd city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C997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1B4B"/>
                          </a:solidFill>
                          <a:latin typeface="Calibri"/>
                        </a:rPr>
                        <a:t>Unit economics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73 / 79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32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Team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MVP vs growth vs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74 / 79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32 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Do not hire an ML org before SOS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RECOMMENDATION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MVP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PM +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 combined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2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UI/UX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Backend (Spring)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DB / 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2 +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part-time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 + pen-test retainer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Trust &amp; Safety / support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1 (critical)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shift coverage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AI/ML /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0–1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Growth / community / marketing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75 / 79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3F5E"/>
                </a:solidFill>
                <a:latin typeface="Calibri"/>
              </a:rPr>
              <a:t>SECTION  33  OF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Commercialization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Calibri"/>
              </a:rPr>
              <a:t>How the product makes money without endangering users.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76 / 79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33  COMMERCIALIZATION  · 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Revenue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RECOMMENDATION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671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B2C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Free SOS forever. Premium later (storage/boosts) — not emergency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After 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B2C education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FL certificates / workshop fees (content, not advice)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C997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B2B recruitment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Paid job slots when Employer exists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C997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B2B provider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Salon/doctor/trainer subscriptions + featured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Commission (schema exists) + seller plans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Ticketing take-rate + sponsorship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After V45+ stable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Mentorship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FUTURE role — session commission later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4738B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Partnerships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CSR, NGO, city, campus, institutions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B4B"/>
                          </a:solidFill>
                          <a:latin typeface="Calibri"/>
                        </a:rPr>
                        <a:t>Parallel P1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77 / 79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33  COMMERCIALIZATION  · 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Long-term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15568"/>
            <a:ext cx="566928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73152" cy="5212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25295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North star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36192"/>
            <a:ext cx="534924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Gross merchandise on Glow + doctors + jobs + products in one metro, at a transparent take-rate, plus provider boosters, plus 1–2 CSR/city contracts. Subscription is optional frosting. Panic is a public-good layer that earns trust, not INR. If SOS fails once in public, the take-rate is worthless.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15568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15568"/>
            <a:ext cx="73152" cy="52120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225295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B4B"/>
                </a:solidFill>
                <a:latin typeface="Calibri"/>
              </a:rPr>
              <a:t>What we will not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536192"/>
            <a:ext cx="525780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38B"/>
                </a:solidFill>
                <a:latin typeface="Calibri"/>
              </a:rPr>
              <a:t>Paywall SOS. Sell SOS location to advertisers. Originate loans or run a fund. Pretend to be 112. Advertise ChatGPT features that are not in src/main/java. Expand to 10 cities before one city is dense and drilled.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78 / 79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Calibri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a new stakeholder should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FACT +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FightDFear is already a super-platform in code — JSP + Flutter + admin queues + Razorpay — not a concept note.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It is not 112, not a bank, not an LLM product, not Thymeleaf, not a split RBAC system.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Biggest 90-day work: schema, secrets, SOS actually notifies, audit log, dummy wallet, DPDP, legal lines.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Market 2026: NCRB VAW still high; urban female CWS LFPR 24.8%; Life360 shows safety-graphs can be huge businesses; Naukri shows jobs cash; Sitha/SHE-Marts show women-economy is the political + commercial wave.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Win by being the trusted local OS that 112 cannot be and Naukri will not be — in one city first.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Companion narrative: docs/FightDFear_Product_Technical_Blueprint.md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09728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1568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FightDFear  ·  Product · Technical · Market · Business Blueprint  ·  14 Aug 2026  · 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6156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43F5E"/>
                </a:solidFill>
                <a:latin typeface="Calibri"/>
              </a:rPr>
              <a:t>79 / 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